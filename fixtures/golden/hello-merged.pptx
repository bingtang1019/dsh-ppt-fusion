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narration1.mp3" ContentType="audio/mpeg"/>
  <Override PartName="/ppt/media/narration2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_rels/notesMaster2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_rels/notesMaster3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2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Masters/notesMaster3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2.xml"/><Relationship Id="rId2" Type="http://schemas.openxmlformats.org/officeDocument/2006/relationships/slide" Target="../slides/slide3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3.xml"/><Relationship Id="rId2" Type="http://schemas.openxmlformats.org/officeDocument/2006/relationships/slide" Target="../slides/slide4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3" Type="http://schemas.openxmlformats.org/officeDocument/2006/relationships/notesSlide" Target="../notesSlides/notesSlide6.xml"/><Relationship Id="rId4" Type="http://schemas.microsoft.com/office/2007/relationships/media" Target="../media/narration1.mp3"/><Relationship Id="rId5" Type="http://schemas.openxmlformats.org/officeDocument/2006/relationships/audio" Target="../media/narration1.mp3"/><Relationship Id="rId6" Type="http://schemas.openxmlformats.org/officeDocument/2006/relationships/image" Target="../media/narration_poster.png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3" Type="http://schemas.microsoft.com/office/2007/relationships/media" Target="../media/narration2.mp3"/><Relationship Id="rId4" Type="http://schemas.openxmlformats.org/officeDocument/2006/relationships/audio" Target="../media/narration2.mp3"/><Relationship Id="rId5" Type="http://schemas.openxmlformats.org/officeDocument/2006/relationships/image" Target="../media/narration_poster1.png"/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69bcc2d-d53b-523b-8db5-0da7700e7fc5}" type="slidenum"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11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0ec2eda5-17d4-5a57-a2d4-971ae3d79c0d}" type="slidenum"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  <p:sp>
        <p:nvSpPr>
          <p:cNvPr id="9" name="chrome-section"/>
          <p:cNvSpPr txBox="1"/>
          <p:nvPr/>
        </p:nvSpPr>
        <p:spPr>
          <a:xfrm>
            <a:off x="457200" y="274638"/>
            <a:ext cx="4572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深度引擎</a:t>
            </a:r>
          </a:p>
        </p:txBody>
      </p:sp>
    </p:spTree>
  </p:cSld>
  <p:clrMapOvr>
    <a:masterClrMapping/>
  </p:clrMapOvr>
  <p:transition xmlns:p14="http://schemas.microsoft.com/office/powerpoint/2010/main" p14:dur="400" advClick="0" advTm="16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Rot by="21600000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0 L 0.25 0 E" pathEditMode="relative" ptsTypes="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7e496c3-b66a-57e9-bd1e-bc05c3adaf47}" type="slidenum"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500" advClick="0" advTm="14604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Scale>
                                      <p:cBhvr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