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4v" ContentType="video/mp4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narration1.mp3" ContentType="audio/mpeg"/>
  <Override PartName="/ppt/media/narration2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0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Sheet101.xlsx"/></Relationships>
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_rels/notesMaster2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_rels/notesMaster3.xml.rels><?xml version="1.0" encoding="UTF-8" standalone="yes"?>
<Relationships xmlns="http://schemas.openxmlformats.org/package/2006/relationships"><Relationship Id="rId1" Type="http://schemas.openxmlformats.org/officeDocument/2006/relationships/theme" Target="../theme/theme3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2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Masters/notesMaster3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2.xml"/><Relationship Id="rId2" Type="http://schemas.openxmlformats.org/officeDocument/2006/relationships/slide" Target="../slides/slide3.xml"/></Relationships>
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3.xml"/><Relationship Id="rId2" Type="http://schemas.openxmlformats.org/officeDocument/2006/relationships/slide" Target="../slides/slide4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chart page</a:t>
            </a:r>
          </a:p>
          <a:p>
            <a:pPr/>
            <a:endParaRPr lang="en" dirty="0"/>
          </a:p>
          <a:p>
            <a:pPr/>
            <a:r>
              <a:rPr lang="en" dirty="0"/>
              <a:t>This page is rendered by the deep engine. The bar chart is a native, editable PowerPoint chart, not a picture.</a:t>
            </a:r>
          </a:p>
          <a:p>
            <a:pPr/>
            <a:endParaRPr lang="en" dirty="0"/>
          </a:p>
          <a:p>
            <a:pPr/>
            <a:r>
              <a:rPr lang="en" dirty="0"/>
              <a:t>Rendering took twelve seconds for the IR, four seconds for pptwise, nine for the deep engine, and one second for the merge.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table page</a:t>
            </a:r>
          </a:p>
          <a:p>
            <a:pPr/>
            <a:endParaRPr lang="en" dirty="0"/>
          </a:p>
          <a:p>
            <a:pPr/>
            <a:r>
              <a:rPr lang="en" dirty="0"/>
              <a:t>The table compares what each engine owns. pptwise handles bullets and cards, while ppt-master handles charts, tables and formulas.</a:t>
            </a:r>
          </a:p>
          <a:p>
            <a:pPr/>
            <a:endParaRPr lang="en" dirty="0"/>
          </a:p>
          <a:p>
            <a:pPr/>
            <a:r>
              <a:rPr lang="en" dirty="0"/>
              <a:t>Only the deep engine output stays editable as native objects.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chart" Target="../charts/chart101.xml"/><Relationship Id="rId3" Type="http://schemas.openxmlformats.org/officeDocument/2006/relationships/notesSlide" Target="../notesSlides/notesSlide6.xml"/><Relationship Id="rId4" Type="http://schemas.microsoft.com/office/2007/relationships/media" Target="../media/narration1.mp3"/><Relationship Id="rId5" Type="http://schemas.openxmlformats.org/officeDocument/2006/relationships/audio" Target="../media/narration1.mp3"/><Relationship Id="rId6" Type="http://schemas.openxmlformats.org/officeDocument/2006/relationships/image" Target="../media/narration_poster.png"/><Relationship Id="rId1" Type="http://schemas.openxmlformats.org/officeDocument/2006/relationships/slideLayout" Target="../slideLayouts/slideLayout4.xml"/></Relationships>

</file>

<file path=ppt/slides/_rels/slide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/><Relationship Id="rId3" Type="http://schemas.microsoft.com/office/2007/relationships/media" Target="../media/narration2.mp3"/><Relationship Id="rId4" Type="http://schemas.openxmlformats.org/officeDocument/2006/relationships/audio" Target="../media/narration2.mp3"/><Relationship Id="rId5" Type="http://schemas.openxmlformats.org/officeDocument/2006/relationships/image" Target="../media/narration_poster1.png"/><Relationship Id="rId1" Type="http://schemas.openxmlformats.org/officeDocument/2006/relationships/slideLayout" Target="../slideLayouts/slideLayout4.xml"/></Relationships>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91643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594610"/>
            <a:ext cx="10668000" cy="822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1524000" y="4114800"/>
            <a:ext cx="4800600" cy="7620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4518660"/>
            <a:ext cx="1066800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golden fixture: five pages, two engines, one deck</a:t>
            </a:r>
            <a:endParaRPr lang="en-US" sz="165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838200"/>
            <a:ext cx="10363200" cy="0"/>
          </a:xfrm>
          <a:prstGeom prst="line">
            <a:avLst/>
          </a:prstGeom>
          <a:noFill/>
          <a:ln w="11430">
            <a:solidFill>
              <a:srgbClr val="DDD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52550"/>
            <a:ext cx="112776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Two engines, one deck</a:t>
            </a:r>
            <a:endParaRPr lang="en-US" sz="4500" dirty="0"/>
          </a:p>
        </p:txBody>
      </p:sp>
      <p:sp>
        <p:nvSpPr>
          <p:cNvPr id="7" name="svg2pptx-0005-blk0001-0000"/>
          <p:cNvSpPr/>
          <p:nvPr/>
        </p:nvSpPr>
        <p:spPr>
          <a:xfrm>
            <a:off x="914400" y="24079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pptwise renders the standard pages</a:t>
            </a:r>
            <a:endParaRPr lang="en-US" sz="1800" dirty="0"/>
          </a:p>
        </p:txBody>
      </p:sp>
      <p:sp>
        <p:nvSpPr>
          <p:cNvPr id="8" name="svg2pptx-0006-blk0001-0000"/>
          <p:cNvSpPr/>
          <p:nvPr/>
        </p:nvSpPr>
        <p:spPr>
          <a:xfrm>
            <a:off x="914400" y="280797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ppt-master renders the deep pages</a:t>
            </a:r>
            <a:endParaRPr lang="en-US" sz="1800" dirty="0"/>
          </a:p>
        </p:txBody>
      </p:sp>
      <p:sp>
        <p:nvSpPr>
          <p:cNvPr id="9" name="svg2pptx-0007-blk0001-0000"/>
          <p:cNvSpPr/>
          <p:nvPr/>
        </p:nvSpPr>
        <p:spPr>
          <a:xfrm>
            <a:off x="914400" y="32080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the merge keeps one master</a:t>
            </a:r>
            <a:endParaRPr lang="en-US" sz="1800" dirty="0"/>
          </a:p>
        </p:txBody>
      </p:sp>
      <p:sp>
        <p:nvSpPr>
          <p:cNvPr id="10" name="chrome-page-number"/>
          <p:cNvSpPr txBox="1"/>
          <p:nvPr/>
        </p:nvSpPr>
        <p:spPr>
          <a:xfrm>
            <a:off x="10360152" y="617220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fld id="{769bcc2d-d53b-523b-8db5-0da7700e7fc5}" type="slidenum"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‹#›</a:t>
            </a:fld>
          </a:p>
        </p:txBody>
      </p:sp>
      <p:sp>
        <p:nvSpPr>
          <p:cNvPr id="11" name="chrome-footer"/>
          <p:cNvSpPr txBox="1"/>
          <p:nvPr/>
        </p:nvSpPr>
        <p:spPr>
          <a:xfrm>
            <a:off x="457200" y="61722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dsh-ppt-fusion · golden fixture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r:id="rId2"/>
          </a:graphicData>
        </a:graphic>
      </p:graphicFrame>
      <p:pic>
        <p:nvPicPr>
          <p:cNvPr id="6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  <p:sp>
        <p:nvSpPr>
          <p:cNvPr id="7" name="chrome-page-number"/>
          <p:cNvSpPr txBox="1"/>
          <p:nvPr/>
        </p:nvSpPr>
        <p:spPr>
          <a:xfrm>
            <a:off x="10360152" y="617220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fld id="{0ec2eda5-17d4-5a57-a2d4-971ae3d79c0d}" type="slidenum"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‹#›</a:t>
            </a:fld>
          </a:p>
        </p:txBody>
      </p:sp>
      <p:sp>
        <p:nvSpPr>
          <p:cNvPr id="8" name="chrome-footer"/>
          <p:cNvSpPr txBox="1"/>
          <p:nvPr/>
        </p:nvSpPr>
        <p:spPr>
          <a:xfrm>
            <a:off x="457200" y="61722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dsh-ppt-fusion · golden fixture</a:t>
            </a:r>
          </a:p>
        </p:txBody>
      </p:sp>
      <p:sp>
        <p:nvSpPr>
          <p:cNvPr id="9" name="chrome-section"/>
          <p:cNvSpPr txBox="1"/>
          <p:nvPr/>
        </p:nvSpPr>
        <p:spPr>
          <a:xfrm>
            <a:off x="457200" y="274638"/>
            <a:ext cx="4572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深度引擎</a:t>
            </a:r>
          </a:p>
        </p:txBody>
      </p:sp>
    </p:spTree>
  </p:cSld>
  <p:clrMapOvr>
    <a:masterClrMapping/>
  </p:clrMapOvr>
  <p:transition xmlns:p14="http://schemas.microsoft.com/office/powerpoint/2010/main" p14:dur="400" advClick="0" advTm="16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Rot by="21600000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0 L 0.25 0 E" pathEditMode="relative" ptsTypes="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PT Master narration: narration2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  <p:sp>
        <p:nvSpPr>
          <p:cNvPr id="7" name="chrome-page-number"/>
          <p:cNvSpPr txBox="1"/>
          <p:nvPr/>
        </p:nvSpPr>
        <p:spPr>
          <a:xfrm>
            <a:off x="10360152" y="617220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fld id="{77e496c3-b66a-57e9-bd1e-bc05c3adaf47}" type="slidenum"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‹#›</a:t>
            </a:fld>
          </a:p>
        </p:txBody>
      </p:sp>
      <p:sp>
        <p:nvSpPr>
          <p:cNvPr id="8" name="chrome-footer"/>
          <p:cNvSpPr txBox="1"/>
          <p:nvPr/>
        </p:nvSpPr>
        <p:spPr>
          <a:xfrm>
            <a:off x="457200" y="61722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dsh-ppt-fusion · golden fixture</a:t>
            </a:r>
          </a:p>
        </p:txBody>
      </p:sp>
    </p:spTree>
  </p:cSld>
  <p:clrMapOvr>
    <a:masterClrMapping/>
  </p:clrMapOvr>
  <p:transition xmlns:p14="http://schemas.microsoft.com/office/powerpoint/2010/main" p14:dur="500" advClick="0" advTm="14604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6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Scale>
                                      <p:cBhvr>
                                        <p:cTn id="10" dur="900" fill="hold"/>
                                        <p:tgtEl>
                                          <p:spTgt spid="5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7830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628900"/>
            <a:ext cx="1066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019300" y="2506980"/>
            <a:ext cx="1017270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Published from one command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2019300" y="2914650"/>
            <a:ext cx="2400300" cy="5715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Shape 8"/>
          <p:cNvSpPr/>
          <p:nvPr/>
        </p:nvSpPr>
        <p:spPr>
          <a:xfrm>
            <a:off x="1524000" y="5715000"/>
            <a:ext cx="9239250" cy="0"/>
          </a:xfrm>
          <a:prstGeom prst="line">
            <a:avLst/>
          </a:prstGeom>
          <a:noFill/>
          <a:ln w="9525">
            <a:solidFill>
              <a:srgbClr val="DDDC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24000" y="59359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 render</a:t>
            </a:r>
            <a:endParaRPr lang="en-US" sz="120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1980-01-01T00:00:00Z</dcterms:created>
  <dcterms:modified xsi:type="dcterms:W3CDTF">1980-01-01T00:00:00Z</dcterms:modified>
</cp:coreProperties>
</file>