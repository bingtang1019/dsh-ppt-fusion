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101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1.xlsx"/>
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eep-p03-p0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eep-p03-p0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chart" Target="../charts/chart10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2026-09-22T10:43:46Z</dcterms:created>
  <dcterms:modified xsi:type="dcterms:W3CDTF">2026-09-22T10:43:46Z</dcterms:modified>
  <cp:category/>
  <cp:contentStatus/>
</cp:coreProperties>
</file>