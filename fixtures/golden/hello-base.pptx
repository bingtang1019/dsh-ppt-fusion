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91643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594610"/>
            <a:ext cx="10668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524000" y="4114800"/>
            <a:ext cx="4800600" cy="76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518660"/>
            <a:ext cx="10668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golden fixture: five pages, two engines, one deck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D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Two engines, one deck</a:t>
            </a:r>
            <a:endParaRPr lang="en-US" sz="4500" dirty="0"/>
          </a:p>
        </p:txBody>
      </p:sp>
      <p:sp>
        <p:nvSpPr>
          <p:cNvPr id="7" name="svg2pptx-0005-blk0001-0000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 renders the standard pages</a:t>
            </a:r>
            <a:endParaRPr lang="en-US" sz="1800" dirty="0"/>
          </a:p>
        </p:txBody>
      </p:sp>
      <p:sp>
        <p:nvSpPr>
          <p:cNvPr id="8" name="svg2pptx-0006-blk0001-0000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 renders the deep pages</a:t>
            </a:r>
            <a:endParaRPr lang="en-US" sz="1800" dirty="0"/>
          </a:p>
        </p:txBody>
      </p:sp>
      <p:sp>
        <p:nvSpPr>
          <p:cNvPr id="9" name="svg2pptx-0007-blk0001-0000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the merge keeps one master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B6069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24000" y="1323975"/>
            <a:ext cx="114300" cy="1143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Shape 5"/>
          <p:cNvSpPr/>
          <p:nvPr/>
        </p:nvSpPr>
        <p:spPr>
          <a:xfrm>
            <a:off x="1524000" y="2667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1809750"/>
            <a:ext cx="91440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1809750"/>
            <a:ext cx="9144000" cy="76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2133600" y="2659380"/>
            <a:ext cx="10058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依据 04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7830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628900"/>
            <a:ext cx="1066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9300" y="2506980"/>
            <a:ext cx="10172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Published from one command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019300" y="2914650"/>
            <a:ext cx="2400300" cy="571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715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59359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 render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