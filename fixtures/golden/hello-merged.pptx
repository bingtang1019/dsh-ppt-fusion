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0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01.xlsx"/></Relationships>
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chart" Target="../charts/chart101.xml"/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91643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594610"/>
            <a:ext cx="1066800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524000" y="4114800"/>
            <a:ext cx="4800600" cy="76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4518660"/>
            <a:ext cx="1066800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golden fixture: five pages, two engines, one deck</a:t>
            </a:r>
            <a:endParaRPr lang="en-US" sz="165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838200"/>
            <a:ext cx="10363200" cy="0"/>
          </a:xfrm>
          <a:prstGeom prst="line">
            <a:avLst/>
          </a:prstGeom>
          <a:noFill/>
          <a:ln w="11430">
            <a:solidFill>
              <a:srgbClr val="DDD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52550"/>
            <a:ext cx="112776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Two engines, one deck</a:t>
            </a:r>
            <a:endParaRPr lang="en-US" sz="4500" dirty="0"/>
          </a:p>
        </p:txBody>
      </p:sp>
      <p:sp>
        <p:nvSpPr>
          <p:cNvPr id="7" name="svg2pptx-0005-blk0001-0000"/>
          <p:cNvSpPr/>
          <p:nvPr/>
        </p:nvSpPr>
        <p:spPr>
          <a:xfrm>
            <a:off x="914400" y="24079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pptwise renders the standard pages</a:t>
            </a:r>
            <a:endParaRPr lang="en-US" sz="1800" dirty="0"/>
          </a:p>
        </p:txBody>
      </p:sp>
      <p:sp>
        <p:nvSpPr>
          <p:cNvPr id="8" name="svg2pptx-0006-blk0001-0000"/>
          <p:cNvSpPr/>
          <p:nvPr/>
        </p:nvSpPr>
        <p:spPr>
          <a:xfrm>
            <a:off x="914400" y="280797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ppt-master renders the deep pages</a:t>
            </a:r>
            <a:endParaRPr lang="en-US" sz="1800" dirty="0"/>
          </a:p>
        </p:txBody>
      </p:sp>
      <p:sp>
        <p:nvSpPr>
          <p:cNvPr id="9" name="svg2pptx-0007-blk0001-0000"/>
          <p:cNvSpPr/>
          <p:nvPr/>
        </p:nvSpPr>
        <p:spPr>
          <a:xfrm>
            <a:off x="914400" y="32080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the merge keeps one master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5494020"/>
            <a:ext cx="1127760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4800" dirty="0">
                <a:solidFill>
                  <a:srgbClr val="5B6069">
                    <a:alpha val="30000"/>
                  </a:srgbClr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Rot by="21600000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0 L 0.25 0 E" pathEditMode="relative" ptsTypes="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p14:dur="5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Scale>
                                      <p:cBhvr>
                                        <p:cTn id="10" dur="9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7830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628900"/>
            <a:ext cx="1066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9300" y="2506980"/>
            <a:ext cx="1017270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Published from one command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019300" y="2914650"/>
            <a:ext cx="2400300" cy="5715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24000" y="5715000"/>
            <a:ext cx="9239250" cy="0"/>
          </a:xfrm>
          <a:prstGeom prst="line">
            <a:avLst/>
          </a:prstGeom>
          <a:noFill/>
          <a:ln w="9525">
            <a:solidFill>
              <a:srgbClr val="DDD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24000" y="59359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 render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1980-01-01T00:00:00Z</dcterms:created>
  <dcterms:modified xsi:type="dcterms:W3CDTF">1980-01-01T00:00:00Z</dcterms:modified>
</cp:coreProperties>
</file>