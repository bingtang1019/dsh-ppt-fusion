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101.xml" ContentType="application/vnd.openxmlformats-officedocument.drawingml.chart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p14="http://schemas.microsoft.com/office/powerpoint/2010/main">
  <p:showPr useTimings="1"/>
  <p:extLst>
    <p:ext uri="{E76CE94A-603C-4142-B9EB-6D1370010A27}">
      <p14:discardImageEditData val="0"/>
    </p:ext>
    <p:ext uri="{D31A062A-798A-4329-ABDD-BBA856620510}">
      <p14:defaultImageDpi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9" Type="http://schemas.openxmlformats.org/officeDocument/2006/relationships/notesMaster" Target="notesMasters/notesMaster1.xml"/>
</Relationships>
</file>

<file path=ppt/charts/_rels/chart1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101.xlsx"/>
</Relationships>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chart page</a:t>
            </a:r>
          </a:p>
          <a:p>
            <a:pPr/>
            <a:endParaRPr lang="en" dirty="0"/>
          </a:p>
          <a:p>
            <a:pPr/>
            <a:r>
              <a:rPr lang="en" dirty="0"/>
              <a:t>This page is rendered by the deep engine. The bar chart is a native, editable PowerPoint chart, not a picture.</a:t>
            </a:r>
          </a:p>
          <a:p>
            <a:pPr/>
            <a:endParaRPr lang="en" dirty="0"/>
          </a:p>
          <a:p>
            <a:pPr/>
            <a:r>
              <a:rPr lang="en" dirty="0"/>
              <a:t>Rendering took twelve seconds for the IR, four seconds for pptwise, nine for the deep engine, and one second for the merge.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table page</a:t>
            </a:r>
          </a:p>
          <a:p>
            <a:pPr/>
            <a:endParaRPr lang="en" dirty="0"/>
          </a:p>
          <a:p>
            <a:pPr/>
            <a:r>
              <a:rPr lang="en" dirty="0"/>
              <a:t>The table compares what each engine owns. pptwise handles bullets and cards, while ppt-master handles charts, tables and formulas.</a:t>
            </a:r>
          </a:p>
          <a:p>
            <a:pPr/>
            <a:endParaRPr lang="en" dirty="0"/>
          </a:p>
          <a:p>
            <a:pPr/>
            <a:r>
              <a:rPr lang="en" dirty="0"/>
              <a:t>Only the deep engine output stays editable as native objects.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deep-p03-p0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deep-p03-p0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chart" Target="../charts/chart101.xml"/>
  <Relationship Id="rId3" Type="http://schemas.openxmlformats.org/officeDocument/2006/relationships/notesSlide" Target="../notesSlides/notesSlide1.xml"/>
  <Relationship Id="rId4" Type="http://schemas.microsoft.com/office/2007/relationships/media" Target="../media/narration1.mp3"/>
  <Relationship Id="rId5" Type="http://schemas.openxmlformats.org/officeDocument/2006/relationships/audio" Target="../media/narration1.mp3"/>
  <Relationship Id="rId6" Type="http://schemas.openxmlformats.org/officeDocument/2006/relationships/image" Target="../media/narration_poster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  <Relationship Id="rId3" Type="http://schemas.microsoft.com/office/2007/relationships/media" Target="../media/narration2.mp3"/>
  <Relationship Id="rId4" Type="http://schemas.openxmlformats.org/officeDocument/2006/relationships/audio" Target="../media/narration2.mp3"/>
  <Relationship Id="rId5" Type="http://schemas.openxmlformats.org/officeDocument/2006/relationships/image" Target="../media/narration_poster.png"/>
</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r:id="rId2"/>
          </a:graphicData>
        </a:graphic>
      </p:graphicFrame>
      <p:pic>
        <p:nvPicPr>
          <p:cNvPr id="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400" advClick="0" advTm="16500">
    <p:fade/>
  </p:transition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400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PT Master narration: narration2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400" advClick="0" advTm="14600">
    <p:fade/>
  </p:transition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400"/>
                  </p:st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2026-09-23T11:52:35Z</dcterms:created>
  <dcterms:modified xsi:type="dcterms:W3CDTF">2026-09-23T11:52:35Z</dcterms:modified>
  <cp:category/>
  <cp:contentStatus/>
</cp:coreProperties>
</file>