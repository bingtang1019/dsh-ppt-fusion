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narration1.mp3" ContentType="audio/mpeg"/>
  <Override PartName="/ppt/media/narration2.mp3" ContentType="audio/mpe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01.xml.rels><?xml version="1.0" encoding="UTF-8" standalone="yes"?>
<Relationships xmlns="http://schemas.openxmlformats.org/package/2006/relationships"><Relationship Id="rId1" Type="http://schemas.openxmlformats.org/officeDocument/2006/relationships/package" Target="../embeddings/Microsoft_Excel_Sheet101.xlsx"/></Relationships>
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Deck pages</c:v>
                </c:pt>
              </c:strCache>
            </c:strRef>
          </c:tx>
          <c:spPr>
            <a:solidFill>
              <a:srgbClr val="1E2A4A"/>
            </a:solidFill>
            <a:ln>
              <a:solidFill>
                <a:srgbClr val="1E2A4A"/>
              </a:solidFill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M0</c:v>
                </c:pt>
                <c:pt idx="1">
                  <c:v>M1</c:v>
                </c:pt>
                <c:pt idx="2">
                  <c:v>M4</c:v>
                </c:pt>
                <c:pt idx="3">
                  <c:v>M9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30</c:v>
                </c:pt>
                <c:pt idx="3">
                  <c:v>60</c:v>
                </c:pt>
              </c:numCache>
            </c:numRef>
          </c:val>
        </c:ser>
        <c:gapWidth val="15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D9DED8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5B6069"/>
            </a:solidFill>
            <a:round/>
          </a:ln>
        </c:spPr>
        <c:txPr>
          <a:bodyPr/>
          <a:lstStyle/>
          <a:p>
            <a:pPr>
              <a:defRPr lang="en" sz="1650">
                <a:solidFill>
                  <a:srgbClr val="5B6069"/>
                </a:solidFill>
                <a:latin typeface="Arial"/>
                <a:ea typeface="Microsoft YaHei"/>
                <a:cs typeface="Arial"/>
              </a:defRPr>
            </a:pPr>
            <a:endParaRPr lang="en"/>
          </a:p>
        </c:txPr>
        <c:crossAx val="2068027336"/>
        <c:crosses val="autoZero"/>
        <c:crossBetween val="between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en" sz="1650">
          <a:solidFill>
            <a:srgbClr val="5B6069"/>
          </a:solidFill>
          <a:latin typeface="Arial"/>
          <a:ea typeface="Microsoft YaHei"/>
          <a:cs typeface="Arial"/>
        </a:defRPr>
      </a:pPr>
      <a:endParaRPr lang="en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_rels/notesMaster2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
</file>

<file path=ppt/notesMasters/_rels/notesMaster3.xml.rels><?xml version="1.0" encoding="UTF-8" standalone="yes"?>
<Relationships xmlns="http://schemas.openxmlformats.org/package/2006/relationships"><Relationship Id="rId1" Type="http://schemas.openxmlformats.org/officeDocument/2006/relationships/theme" Target="../theme/theme3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2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notesMasters/notesMaster3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"/>
    </a:lvl1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2.xml"/><Relationship Id="rId2" Type="http://schemas.openxmlformats.org/officeDocument/2006/relationships/slide" Target="../slides/slide3.xml"/></Relationships>
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3.xml"/><Relationship Id="rId2" Type="http://schemas.openxmlformats.org/officeDocument/2006/relationships/slide" Target="../slides/slide4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" dirty="0"/>
              <a:t>Native chart page</a:t>
            </a:r>
          </a:p>
          <a:p>
            <a:pPr/>
            <a:endParaRPr lang="en" dirty="0"/>
          </a:p>
          <a:p>
            <a:pPr/>
            <a:r>
              <a:rPr lang="en" dirty="0"/>
              <a:t>This page is rendered by the deep engine. The bar chart is a native, editable PowerPoint chart, not a picture.</a:t>
            </a:r>
          </a:p>
          <a:p>
            <a:pPr/>
            <a:endParaRPr lang="en" dirty="0"/>
          </a:p>
          <a:p>
            <a:pPr/>
            <a:r>
              <a:rPr lang="en" dirty="0"/>
              <a:t>Rendering took twelve seconds for the IR, four seconds for pptwise, nine for the deep engine, and one second for the merge.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" dirty="0"/>
              <a:t>Native table page</a:t>
            </a:r>
          </a:p>
          <a:p>
            <a:pPr/>
            <a:endParaRPr lang="en" dirty="0"/>
          </a:p>
          <a:p>
            <a:pPr/>
            <a:r>
              <a:rPr lang="en" dirty="0"/>
              <a:t>The table compares what each engine owns. pptwise handles bullets and cards, while ppt-master handles charts, tables and formulas.</a:t>
            </a:r>
          </a:p>
          <a:p>
            <a:pPr/>
            <a:endParaRPr lang="en" dirty="0"/>
          </a:p>
          <a:p>
            <a:pPr/>
            <a:r>
              <a:rPr lang="en" dirty="0"/>
              <a:t>Only the deep engine output stays editable as native objects.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2" Type="http://schemas.openxmlformats.org/officeDocument/2006/relationships/chart" Target="../charts/chart101.xml"/><Relationship Id="rId3" Type="http://schemas.openxmlformats.org/officeDocument/2006/relationships/notesSlide" Target="../notesSlides/notesSlide6.xml"/><Relationship Id="rId4" Type="http://schemas.microsoft.com/office/2007/relationships/media" Target="../media/narration1.mp3"/><Relationship Id="rId5" Type="http://schemas.openxmlformats.org/officeDocument/2006/relationships/audio" Target="../media/narration1.mp3"/><Relationship Id="rId6" Type="http://schemas.openxmlformats.org/officeDocument/2006/relationships/image" Target="../media/narration_poster.png"/><Relationship Id="rId1" Type="http://schemas.openxmlformats.org/officeDocument/2006/relationships/slideLayout" Target="../slideLayouts/slideLayout4.xml"/></Relationships>

</file>

<file path=ppt/slides/_rels/slide4.xml.rels><?xml version="1.0" encoding="UTF-8" standalone="yes"?>
<Relationships xmlns="http://schemas.openxmlformats.org/package/2006/relationships"><Relationship Id="rId2" Type="http://schemas.openxmlformats.org/officeDocument/2006/relationships/notesSlide" Target="../notesSlides/notesSlide7.xml"/><Relationship Id="rId3" Type="http://schemas.microsoft.com/office/2007/relationships/media" Target="../media/narration2.mp3"/><Relationship Id="rId4" Type="http://schemas.openxmlformats.org/officeDocument/2006/relationships/audio" Target="../media/narration2.mp3"/><Relationship Id="rId5" Type="http://schemas.openxmlformats.org/officeDocument/2006/relationships/image" Target="../media/narration_poster1.png"/><Relationship Id="rId1" Type="http://schemas.openxmlformats.org/officeDocument/2006/relationships/slideLayout" Target="../slideLayouts/slideLayout4.xml"/></Relationships>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91643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594610"/>
            <a:ext cx="10668000" cy="822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1524000" y="4114800"/>
            <a:ext cx="4800600" cy="76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9" name="Text 7"/>
          <p:cNvSpPr/>
          <p:nvPr/>
        </p:nvSpPr>
        <p:spPr>
          <a:xfrm>
            <a:off x="1524000" y="4518660"/>
            <a:ext cx="10668000" cy="25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6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golden fixture: five pages, two engines, one deck</a:t>
            </a:r>
            <a:endParaRPr lang="en-US" sz="1650" dirty="0"/>
          </a:p>
        </p:txBody>
      </p:sp>
      <p:sp>
        <p:nvSpPr>
          <p:cNvPr id="10" name="chrome-footer"/>
          <p:cNvSpPr txBox="1"/>
          <p:nvPr/>
        </p:nvSpPr>
        <p:spPr>
          <a:xfrm>
            <a:off x="457200" y="61722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dsh-ppt-fusion · golden fixture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838200"/>
            <a:ext cx="10363200" cy="0"/>
          </a:xfrm>
          <a:prstGeom prst="line">
            <a:avLst/>
          </a:prstGeom>
          <a:noFill/>
          <a:ln w="11430">
            <a:solidFill>
              <a:srgbClr val="DDDC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352550"/>
            <a:ext cx="11277600" cy="685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4500" b="1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Two engines, one deck</a:t>
            </a:r>
            <a:endParaRPr lang="en-US" sz="4500" dirty="0"/>
          </a:p>
        </p:txBody>
      </p:sp>
      <p:sp>
        <p:nvSpPr>
          <p:cNvPr id="7" name="svg2pptx-0005-blk0001-0000"/>
          <p:cNvSpPr/>
          <p:nvPr/>
        </p:nvSpPr>
        <p:spPr>
          <a:xfrm>
            <a:off x="914400" y="24079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pptwise renders the standard pages</a:t>
            </a:r>
            <a:endParaRPr lang="en-US" sz="1800" dirty="0"/>
          </a:p>
        </p:txBody>
      </p:sp>
      <p:sp>
        <p:nvSpPr>
          <p:cNvPr id="8" name="svg2pptx-0006-blk0001-0000"/>
          <p:cNvSpPr/>
          <p:nvPr/>
        </p:nvSpPr>
        <p:spPr>
          <a:xfrm>
            <a:off x="914400" y="280797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ppt-master renders the deep pages</a:t>
            </a:r>
            <a:endParaRPr lang="en-US" sz="1800" dirty="0"/>
          </a:p>
        </p:txBody>
      </p:sp>
      <p:sp>
        <p:nvSpPr>
          <p:cNvPr id="9" name="svg2pptx-0007-blk0001-0000"/>
          <p:cNvSpPr/>
          <p:nvPr/>
        </p:nvSpPr>
        <p:spPr>
          <a:xfrm>
            <a:off x="914400" y="3208020"/>
            <a:ext cx="112776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☐ </a:t>
            </a:r>
            <a:pPr algn="l" indent="0" marL="0">
              <a:buNone/>
            </a:pPr>
            <a:r>
              <a:rPr lang="en-US" sz="1800" dirty="0">
                <a:solidFill>
                  <a:srgbClr val="1C1E23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the merge keeps one master</a:t>
            </a:r>
            <a:endParaRPr lang="en-US" sz="1800" dirty="0"/>
          </a:p>
        </p:txBody>
      </p:sp>
      <p:sp>
        <p:nvSpPr>
          <p:cNvPr id="10" name="chrome-page-number"/>
          <p:cNvSpPr txBox="1"/>
          <p:nvPr/>
        </p:nvSpPr>
        <p:spPr>
          <a:xfrm>
            <a:off x="10360152" y="6172200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769bcc2d-d53b-523b-8db5-0da7700e7fc5}" type="slidenum"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‹#›</a:t>
            </a:fld>
          </a:p>
        </p:txBody>
      </p:sp>
      <p:sp>
        <p:nvSpPr>
          <p:cNvPr id="11" name="chrome-footer"/>
          <p:cNvSpPr txBox="1"/>
          <p:nvPr/>
        </p:nvSpPr>
        <p:spPr>
          <a:xfrm>
            <a:off x="457200" y="61722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dsh-ppt-fusion · golden fixture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c="http://schemas.openxmlformats.org/drawingml/2006/chart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149621" cy="701992"/>
            <a:chOff x="745998" y="707708"/>
            <a:chExt cx="6149621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14962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Pages delivered per milestone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aphicFrame>
        <p:nvGraphicFramePr>
          <p:cNvPr id="5" name="milestone-chart"/>
          <p:cNvGraphicFramePr>
            <a:graphicFrameLocks noGrp="1"/>
          </p:cNvGraphicFramePr>
          <p:nvPr/>
        </p:nvGraphicFramePr>
        <p:xfrm>
          <a:off x="952500" y="2095500"/>
          <a:ext cx="10287000" cy="3429000"/>
        </p:xfrm>
        <a:graphic>
          <a:graphicData uri="http://schemas.openxmlformats.org/drawingml/2006/chart">
            <c:chart r:id="rId2"/>
          </a:graphicData>
        </a:graphic>
      </p:graphicFrame>
      <p:pic>
        <p:nvPicPr>
          <p:cNvPr id="6" name="PPT Master narration: narration1.mp3">
            <a:hlinkClick r:id="" action="ppaction://media"/>
          </p:cNvPr>
          <p:cNvPicPr>
            <a:picLocks noChangeAspect="1"/>
          </p:cNvPicPr>
          <p:nvPr>
            <a:audioFile r:link="rId5"/>
            <p:extLst>
              <p:ext uri="{DAA4B4D4-6D71-4841-9C94-3DE7FCFB9230}">
                <p14:media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  <p:sp>
        <p:nvSpPr>
          <p:cNvPr id="7" name="chrome-page-number"/>
          <p:cNvSpPr txBox="1"/>
          <p:nvPr/>
        </p:nvSpPr>
        <p:spPr>
          <a:xfrm>
            <a:off x="10360152" y="6172200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0ec2eda5-17d4-5a57-a2d4-971ae3d79c0d}" type="slidenum"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‹#›</a:t>
            </a:fld>
          </a:p>
        </p:txBody>
      </p:sp>
      <p:sp>
        <p:nvSpPr>
          <p:cNvPr id="8" name="chrome-footer"/>
          <p:cNvSpPr txBox="1"/>
          <p:nvPr/>
        </p:nvSpPr>
        <p:spPr>
          <a:xfrm>
            <a:off x="457200" y="61722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dsh-ppt-fusion · golden fixture</a:t>
            </a:r>
          </a:p>
        </p:txBody>
      </p:sp>
      <p:sp>
        <p:nvSpPr>
          <p:cNvPr id="9" name="chrome-section"/>
          <p:cNvSpPr txBox="1"/>
          <p:nvPr/>
        </p:nvSpPr>
        <p:spPr>
          <a:xfrm>
            <a:off x="457200" y="274638"/>
            <a:ext cx="45720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深度引擎</a:t>
            </a:r>
          </a:p>
        </p:txBody>
      </p:sp>
    </p:spTree>
  </p:cSld>
  <p:clrMapOvr>
    <a:masterClrMapping/>
  </p:clrMapOvr>
  <p:transition xmlns:p14="http://schemas.microsoft.com/office/powerpoint/2010/main" p14:dur="400" advClick="0" advTm="16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8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Rot by="21600000">
                                      <p:cBhvr>
                                        <p:cTn id="1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400"/>
                            </p:stCondLst>
                            <p:childTnLst>
                              <p:par>
                                <p:cTn id="1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Motion origin="layout" path="M 0 0 L 0.25 0 E" pathEditMode="relative" ptsTypes="">
                                      <p:cBhvr>
                                        <p:cTn id="13" dur="8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rgbClr val="F7F6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age-heading"/>
          <p:cNvGrpSpPr/>
          <p:nvPr/>
        </p:nvGrpSpPr>
        <p:grpSpPr>
          <a:xfrm>
            <a:off x="745998" y="707708"/>
            <a:ext cx="6690106" cy="701992"/>
            <a:chOff x="745998" y="707708"/>
            <a:chExt cx="6690106" cy="701992"/>
          </a:xfrm>
        </p:grpSpPr>
        <p:sp>
          <p:nvSpPr>
            <p:cNvPr id="2" name="TextBox 2"/>
            <p:cNvSpPr txBox="1"/>
            <p:nvPr/>
          </p:nvSpPr>
          <p:spPr>
            <a:xfrm>
              <a:off x="745998" y="707708"/>
              <a:ext cx="66901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150" b="1" dirty="0">
                  <a:solidFill>
                    <a:srgbClr val="1E2A4A"/>
                  </a:solidFill>
                  <a:latin typeface="+mn-lt"/>
                  <a:ea typeface="+mn-ea"/>
                  <a:cs typeface="+mn-cs"/>
                </a:rPr>
                <a:t>Which engine owns which object</a:t>
              </a:r>
            </a:p>
          </p:txBody>
        </p:sp>
        <p:sp>
          <p:nvSpPr>
            <p:cNvPr id="3" name="heading-rule"/>
            <p:cNvSpPr/>
            <p:nvPr/>
          </p:nvSpPr>
          <p:spPr>
            <a:xfrm>
              <a:off x="762000" y="1333500"/>
              <a:ext cx="1143000" cy="76200"/>
            </a:xfrm>
            <a:prstGeom prst="rect">
              <a:avLst/>
            </a:prstGeom>
            <a:solidFill>
              <a:srgbClr val="F5C518"/>
            </a:solidFill>
            <a:ln>
              <a:noFill/>
            </a:ln>
          </p:spPr>
        </p:sp>
      </p:grpSp>
      <p:graphicFrame>
        <p:nvGraphicFramePr>
          <p:cNvPr id="5" name="engine-table"/>
          <p:cNvGraphicFramePr>
            <a:graphicFrameLocks noGrp="1"/>
          </p:cNvGraphicFramePr>
          <p:nvPr/>
        </p:nvGraphicFramePr>
        <p:xfrm>
          <a:off x="762000" y="2095500"/>
          <a:ext cx="10668000" cy="17145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3810000"/>
                <a:gridCol w="4191000"/>
                <a:gridCol w="2667000"/>
              </a:tblGrid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5B6069"/>
                          </a:solidFill>
                          <a:latin typeface="Arial"/>
                          <a:ea typeface="Microsoft YaHei"/>
                          <a:cs typeface="Arial"/>
                        </a:rPr>
                        <a:t>Capability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5B6069"/>
                          </a:solidFill>
                          <a:latin typeface="Arial"/>
                          <a:ea typeface="Microsoft YaHei"/>
                          <a:cs typeface="Arial"/>
                        </a:rPr>
                        <a:t>Engine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980" b="1">
                          <a:solidFill>
                            <a:srgbClr val="5B6069"/>
                          </a:solidFill>
                          <a:latin typeface="Arial"/>
                          <a:ea typeface="Microsoft YaHei"/>
                          <a:cs typeface="Arial"/>
                        </a:rPr>
                        <a:t>Native object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Charts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ppt-master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chartSpace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Tables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ppt-master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en" sz="1120" b="0">
                          <a:solidFill>
                            <a:srgbClr val="1C1E23"/>
                          </a:solidFill>
                          <a:latin typeface="Arial"/>
                          <a:ea typeface="Microsoft YaHei"/>
                          <a:cs typeface="Arial"/>
                        </a:rPr>
                        <a:t>graphicFrame</a:t>
                      </a:r>
                    </a:p>
                  </a:txBody>
                  <a:tcPr anchor="ctr" marL="114300" marR="114300" marT="57150" marB="57150">
                    <a:lnL w="9525">
                      <a:solidFill>
                        <a:srgbClr val="DDDCD4"/>
                      </a:solidFill>
                      <a:prstDash val="solid"/>
                    </a:lnL>
                    <a:lnR w="9525">
                      <a:solidFill>
                        <a:srgbClr val="DDDCD4"/>
                      </a:solidFill>
                      <a:prstDash val="solid"/>
                    </a:lnR>
                    <a:lnT w="9525">
                      <a:solidFill>
                        <a:srgbClr val="DDDCD4"/>
                      </a:solidFill>
                      <a:prstDash val="solid"/>
                    </a:lnT>
                    <a:lnB w="9525">
                      <a:solidFill>
                        <a:srgbClr val="DDDC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PPT Master narration: narration2.mp3">
            <a:hlinkClick r:id="" action="ppaction://media"/>
          </p:cNvPr>
          <p:cNvPicPr>
            <a:picLocks noChangeAspect="1"/>
          </p:cNvPicPr>
          <p:nvPr>
            <a:audioFile r:link="rId4"/>
            <p:extLst>
              <p:ext uri="{DAA4B4D4-6D71-4841-9C94-3DE7FCFB9230}">
                <p14:media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-457200" y="-457200"/>
            <a:ext cx="457200" cy="457200"/>
          </a:xfrm>
          <a:prstGeom prst="rect">
            <a:avLst/>
          </a:prstGeom>
        </p:spPr>
      </p:pic>
      <p:sp>
        <p:nvSpPr>
          <p:cNvPr id="7" name="chrome-page-number"/>
          <p:cNvSpPr txBox="1"/>
          <p:nvPr/>
        </p:nvSpPr>
        <p:spPr>
          <a:xfrm>
            <a:off x="10360152" y="6172200"/>
            <a:ext cx="13716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r"/>
            <a:fld id="{77e496c3-b66a-57e9-bd1e-bc05c3adaf47}" type="slidenum"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‹#›</a:t>
            </a:fld>
          </a:p>
        </p:txBody>
      </p:sp>
      <p:sp>
        <p:nvSpPr>
          <p:cNvPr id="8" name="chrome-footer"/>
          <p:cNvSpPr txBox="1"/>
          <p:nvPr/>
        </p:nvSpPr>
        <p:spPr>
          <a:xfrm>
            <a:off x="457200" y="61722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dsh-ppt-fusion · golden fixture</a:t>
            </a:r>
          </a:p>
        </p:txBody>
      </p:sp>
    </p:spTree>
  </p:cSld>
  <p:clrMapOvr>
    <a:masterClrMapping/>
  </p:clrMapOvr>
  <p:transition xmlns:p14="http://schemas.microsoft.com/office/powerpoint/2010/main" p14:dur="500" advClick="0" advTm="14604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"/>
                            </p:stCondLst>
                            <p:childTnLst>
                              <p:par>
                                <p:cTn id="9" presetID="6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Scale>
                                      <p:cBhvr>
                                        <p:cTn id="10" dur="9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6F2"/>
          </a:solidFill>
          <a:ln/>
        </p:spPr>
      </p:sp>
      <p:sp>
        <p:nvSpPr>
          <p:cNvPr id="3" name="Shape 1"/>
          <p:cNvSpPr/>
          <p:nvPr/>
        </p:nvSpPr>
        <p:spPr>
          <a:xfrm>
            <a:off x="533400" y="533400"/>
            <a:ext cx="685800" cy="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3400" y="533400"/>
            <a:ext cx="0" cy="685800"/>
          </a:xfrm>
          <a:prstGeom prst="line">
            <a:avLst/>
          </a:prstGeom>
          <a:noFill/>
          <a:ln w="14288">
            <a:solidFill>
              <a:srgbClr val="1E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845820"/>
            <a:ext cx="11277600" cy="16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sz="105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dsh-ppt-fusion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524000" y="17830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NEXT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4000" y="2628900"/>
            <a:ext cx="1066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019300" y="2506980"/>
            <a:ext cx="10172700" cy="411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A4A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Published from one command</a:t>
            </a:r>
            <a:endParaRPr lang="en-US" sz="2700" dirty="0"/>
          </a:p>
        </p:txBody>
      </p:sp>
      <p:sp>
        <p:nvSpPr>
          <p:cNvPr id="9" name="Shape 7"/>
          <p:cNvSpPr/>
          <p:nvPr/>
        </p:nvSpPr>
        <p:spPr>
          <a:xfrm>
            <a:off x="2019300" y="2914650"/>
            <a:ext cx="2400300" cy="5715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10" name="Shape 8"/>
          <p:cNvSpPr/>
          <p:nvPr/>
        </p:nvSpPr>
        <p:spPr>
          <a:xfrm>
            <a:off x="1524000" y="5715000"/>
            <a:ext cx="9239250" cy="0"/>
          </a:xfrm>
          <a:prstGeom prst="line">
            <a:avLst/>
          </a:prstGeom>
          <a:noFill/>
          <a:ln w="9525">
            <a:solidFill>
              <a:srgbClr val="DDDC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4000" y="5935980"/>
            <a:ext cx="10668000" cy="182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069"/>
                </a:solidFill>
                <a:latin typeface="Georgia" pitchFamily="34" charset="0"/>
                <a:ea typeface="Microsoft YaHei" pitchFamily="34" charset="-122"/>
                <a:cs typeface="Georgia" pitchFamily="34" charset="-120"/>
              </a:rPr>
              <a:t>dsh-ppt render</a:t>
            </a:r>
            <a:endParaRPr lang="en-US" sz="1200" dirty="0"/>
          </a:p>
        </p:txBody>
      </p:sp>
      <p:sp>
        <p:nvSpPr>
          <p:cNvPr id="12" name="chrome-footer"/>
          <p:cNvSpPr txBox="1"/>
          <p:nvPr/>
        </p:nvSpPr>
        <p:spPr>
          <a:xfrm>
            <a:off x="457200" y="6172200"/>
            <a:ext cx="5486400" cy="228600"/>
          </a:xfrm>
          <a:prstGeom prst="rect">
            <a:avLst/>
          </a:prstGeom>
          <a:noFill/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en-US" sz="900" dirty="0">
                <a:solidFill>
                  <a:srgbClr val="5B6069"/>
                </a:solidFill>
                <a:latin typeface="Bower"/>
                <a:ea typeface="Source Han Serif SC"/>
                <a:cs typeface="Bower"/>
              </a:rPr>
              <a:t>dsh-ppt-fusion · golden fixture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ep-p03-p04">
  <a:themeElements>
    <a:clrScheme name="deep-p03-p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ep-p03-p04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-p03-p0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deep-p03-p04">
  <a:themeElements>
    <a:clrScheme name="deep-p03-p0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ep-p03-p04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ep-p03-p04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1980-01-01T00:00:00Z</dcterms:created>
  <dcterms:modified xsi:type="dcterms:W3CDTF">1980-01-01T00:00:00Z</dcterms:modified>
</cp:coreProperties>
</file>