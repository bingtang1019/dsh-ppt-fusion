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5494020"/>
            <a:ext cx="1127760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4800" dirty="0">
                <a:solidFill>
                  <a:srgbClr val="5B6069">
                    <a:alpha val="30000"/>
                  </a:srgbClr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p14:dur="5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